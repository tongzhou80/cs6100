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89" r:id="rId3"/>
    <p:sldId id="290" r:id="rId4"/>
    <p:sldId id="29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31"/>
    <p:restoredTop sz="91837"/>
  </p:normalViewPr>
  <p:slideViewPr>
    <p:cSldViewPr snapToGrid="0">
      <p:cViewPr varScale="1">
        <p:scale>
          <a:sx n="117" d="100"/>
          <a:sy n="117" d="100"/>
        </p:scale>
        <p:origin x="7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7D854A-D757-5C4C-A465-3201C554EB8D}" type="datetimeFigureOut">
              <a:rPr lang="en-US" smtClean="0"/>
              <a:t>8/16/25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CDB674-9C07-4F43-9CB5-21BC013244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22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EF28A0-75AA-732C-496C-CEAD29488C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7705AB2-73E4-9718-527D-17267167A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3D48441-2C3F-BD25-9F7F-2A7634FB77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1276487-8B75-2F43-9355-4B467BD57A6C}" type="datetime1">
              <a:rPr lang="en-US" smtClean="0"/>
              <a:t>8/16/25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E3B859-B9D9-912A-B230-238102225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E1D365-5A25-E66D-ABED-A7D18A2C8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183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776C-9515-2481-8B81-687776F0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E6A0C-0355-3D06-1759-778857070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20B47-E8B8-5702-1C01-68F8723AE3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D8F5D7A-DAAE-D246-A661-ED1AD3964955}" type="datetime1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92D50-3380-02C7-AEFE-F0BC90F15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4D026-5B15-2277-DB80-485E63ED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12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3F852-C41E-175D-56D6-33A03E8BB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38482-CFA2-62B5-B8EB-BBC3E4EAF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ECB99-20D2-B6C1-9EDC-635D680A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01806B9-6C4B-3B45-9110-CA58C108BE01}" type="datetime1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A2888-2503-1FDC-F664-DEE807B7B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854B3-F213-4765-F345-76E42D93C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249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51A05-54B8-7E29-77B4-2D4D3E059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40CF6-62D6-BE4F-5F1E-3EC57436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E161BC-33E7-8CA5-1312-A2BFA63C3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67BE4C-1F80-EAE2-1AFD-BB06EECE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25C6FEA-FDE7-B240-BEAF-6A3F6212E36E}" type="datetime1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31F1C-CDC4-F1D8-876C-5F98389C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88A4B9-F63B-7C06-90D6-8634A26CC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485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7F9B-3701-6710-2389-36AC20E46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2CB0B-873B-50E9-5AC8-22CA787563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A45A94-B45A-35EA-2614-2D4296A08A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09E794-5D03-A43B-6AA9-5AD8C6500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68EAAB-599B-EC7B-5784-CDBCF5DA9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BCD028-8BC9-0A02-9AFA-A424BDCAAF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95F5DD0-F679-3747-91F3-9DC9C3F86CB6}" type="datetime1">
              <a:rPr lang="en-US" smtClean="0"/>
              <a:t>8/16/25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13C9A0-BB3F-D1B8-F222-2442F52DF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ADC62-3F93-4461-BABD-0FD0A471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C8875-1E47-8116-8FF7-7BC4A29AD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5B6199-0A35-BE42-C731-28B8FE485B8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EDA3FF8-7A34-ED49-AA5D-BC76DF58E74E}" type="datetime1">
              <a:rPr lang="en-US" smtClean="0"/>
              <a:t>8/16/25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58E580-A669-EB85-47DB-D3AEE4675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FF84C7-A90A-3906-5514-E0847AAE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40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B1B613-2CCE-6122-DE23-62F328D965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2A1C80-5B2D-564F-B8C6-B0B5B92F5809}" type="datetime1">
              <a:rPr lang="en-US" smtClean="0"/>
              <a:t>8/16/25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8C4DD-7CA7-DD9C-5BD0-EA324B963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655BB-96E0-F847-F0B4-287D7459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74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B769A-A7F1-A15B-CCF1-17A9B1DF1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D284E-E8DD-25FB-2A5E-6708FBF6E2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AD4023-DA97-5B6E-422B-DDC647AE63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B8B7CD-5E0E-8F78-E3F1-47A1D71D4F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5F75D97-7D6D-EC47-8250-30DF936063AD}" type="datetime1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0D2508-7DF0-5968-F780-59D082522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E2F17-2087-A0CA-2885-3181C3A52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866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FD2D-D8D6-BDB5-1038-2D9B176FC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162F1D-3B6F-2054-01B3-AC4538AE0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102A9A-9291-057A-80A7-F2F753F97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E4D46C-E6AA-FE6B-DE41-778ED989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2E89D4A-5528-5F41-9AF6-6B3105C8A7C3}" type="datetime1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DE02E3-E3B3-328B-521E-F5F071739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08106-D1AB-C8C1-3FE0-F21DFDFFF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745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064AE-8755-7F7B-C68D-561A352C1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929152-293C-5336-1744-E573C5263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28957-3D61-7182-44B1-C3791CC426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B10427-957C-524C-8454-F629CBA9C9BE}" type="datetime1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D2979-2EAB-0B3F-DB47-A979C8D1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E9273-E3ED-F625-CE3A-B35AAD1A8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902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40C05D-BFD7-54A9-F048-4266962871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2635B8-BEF6-D4D6-B7E3-9F82C3086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91B31-6AE8-5C57-0F05-9DF22FEDD3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97C5AB-4FB5-3149-A6CF-D0F885A81EBA}" type="datetime1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A3110-252A-0FCD-089D-505AA96DD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09920-10B2-1B50-A547-C1E7569F7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695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FF15A6-0B1F-720E-CEE1-BF5A27B0F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D39F7-266E-4548-B78D-57FF73902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66D50-6D55-2838-D530-BF1F4F812C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44417-86B7-E841-9AA9-C4BE48872EF5}" type="datetime1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BFEB4-F926-BA5A-5FB0-25E386DDBD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1A711-8872-184C-30EC-436A45C34E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B30462-0FD5-604F-8C98-DCC91BE84583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C48AEA-54E9-5154-4D70-373F1088C00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982200" y="145469"/>
            <a:ext cx="2066636" cy="55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345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spiral.co.nz/2015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kenscourses.com/tc101fall2016/syndicated/classes-to-code-3/" TargetMode="Externa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EF63-B7CB-2CD1-A1C3-1EB238A31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Software Modeling</a:t>
            </a:r>
            <a:endParaRPr lang="en-US" sz="2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F77C89-3733-9C2A-A31F-60CAE4BBF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14982"/>
            <a:ext cx="9144000" cy="1655762"/>
          </a:xfrm>
        </p:spPr>
        <p:txBody>
          <a:bodyPr/>
          <a:lstStyle/>
          <a:p>
            <a:r>
              <a:rPr lang="en-US" dirty="0"/>
              <a:t>CS 6100 — Fall 2025</a:t>
            </a:r>
          </a:p>
          <a:p>
            <a:r>
              <a:rPr lang="en-US" dirty="0"/>
              <a:t>Tong Zhou</a:t>
            </a:r>
          </a:p>
          <a:p>
            <a:r>
              <a:rPr lang="en-US" dirty="0"/>
              <a:t>tzhou44@fordham.edu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28300D-2CF8-D7CA-2A10-6C95ED402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524000" y="3690860"/>
            <a:ext cx="1986351" cy="14748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F6D49C-E62F-841E-4BAC-588ADB90B7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786452" y="3509963"/>
            <a:ext cx="1881548" cy="165576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2A9BF-6BCF-B8C8-3361-DC2B4021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053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A51AD-DAB4-490B-61FD-4BAD3146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DFB485-CA81-6F97-AF3C-DED240577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573" y="0"/>
            <a:ext cx="75931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9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91194-7990-4F73-14FB-D00C5019F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I know if my code is correct?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89AAF0-5587-6F0B-5D3F-9913B616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divide-and-conquer approach</a:t>
            </a:r>
          </a:p>
          <a:p>
            <a:r>
              <a:rPr lang="en-US" dirty="0"/>
              <a:t>Check if top-level structure is correct</a:t>
            </a:r>
          </a:p>
          <a:p>
            <a:r>
              <a:rPr lang="en-US" dirty="0"/>
              <a:t>Then zoom into each module, repeat the process recursively until encountering leaf nodes</a:t>
            </a:r>
          </a:p>
          <a:p>
            <a:r>
              <a:rPr lang="en-US" dirty="0"/>
              <a:t>Leaf nodes are small pieces of code – can easily verify correctness by eyeballing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the structure is correct, and each module is also correct, the whole system should be 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D9825-986B-5052-21E4-D87C3BE0D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65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383C8-C9A0-D83C-05FD-A076AD9BF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0DFB5-4990-2A42-F88C-E1CA4DF81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A36EE-F0B7-2DFE-9C61-BB625B824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63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1610</TotalTime>
  <Words>84</Words>
  <Application>Microsoft Macintosh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Software Modeling</vt:lpstr>
      <vt:lpstr>PowerPoint Presentation</vt:lpstr>
      <vt:lpstr>How do I know if my code is correct?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Zhou</dc:creator>
  <cp:lastModifiedBy>Tong Zhou</cp:lastModifiedBy>
  <cp:revision>109</cp:revision>
  <dcterms:created xsi:type="dcterms:W3CDTF">2025-08-05T05:41:53Z</dcterms:created>
  <dcterms:modified xsi:type="dcterms:W3CDTF">2025-08-16T16:13:13Z</dcterms:modified>
</cp:coreProperties>
</file>